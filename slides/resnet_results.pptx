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7A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C0C0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ResNet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F6DDDD"/>
                </a:solidFill>
                <a:latin typeface="Calibri"/>
              </a:rPr>
              <a:t>Does the masking benefit seen for VGG transfer to residual architectures?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C8C8"/>
                </a:solidFill>
                <a:latin typeface="Calibri"/>
              </a:rPr>
              <a:t>ResNet-18 (basic blocks) · ResNet-50 (bottleneck) · CIFAR-100 · iDLG baseline vs. layer-wise masking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0000"/>
                </a:solidFill>
                <a:latin typeface="Calibri"/>
              </a:rPr>
              <a:t>RESNET — LAYER-WISE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222"/>
                </a:solidFill>
                <a:latin typeface="Calibri"/>
              </a:rPr>
              <a:t>Masking does not help — the inverse of VGG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snet18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239" y="1508760"/>
            <a:ext cx="5262322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598932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ResNet-18, CIFAR-100: ΔPSNR (masked − baseline). Left of the dashed line = worse.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Leave-one-layer-out, all four optimizer / pretraining settings.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Non-pretrained: no single-layer mask improves reconstruction — every clear effect is a degradation.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conv1 is the most damaging layer to mask.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L-BFGS: PSNR 17.53 → 15.23 dB (−2.3 dB), SSIM 0.54 → 0.32 (−41%).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bn1 stays near baseline; batch-norm is neutral at batch size 1.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Pretraining barely shifts the pattern.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conv1 drop deepens to −3.1 dB (17.46 → 14.41 dB).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Only layer4 under Signed AdamW is marginally positive (15.05 → 15.43 dB) — a lone exception.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990000"/>
                </a:solidFill>
                <a:latin typeface="Calibri"/>
              </a:rPr>
              <a:t>—  ResNet-50 reproduces the same qualitative pattern.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Stabilizing Gradient Inversion in Federated Learning · ResNet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0000"/>
                </a:solidFill>
                <a:latin typeface="Calibri"/>
              </a:rPr>
              <a:t>RESNET — 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222"/>
                </a:solidFill>
                <a:latin typeface="Calibri"/>
              </a:rPr>
              <a:t>The absence of benefit is architectural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sking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204" y="1554480"/>
            <a:ext cx="5376672" cy="2240280"/>
          </a:xfrm>
          <a:prstGeom prst="rect">
            <a:avLst/>
          </a:prstGeom>
        </p:spPr>
      </p:pic>
      <p:pic>
        <p:nvPicPr>
          <p:cNvPr id="7" name="Picture 6" descr="resnet18_restart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3886200"/>
            <a:ext cx="349758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Masking-percentage sweep (top).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ResNet-18 stays flat and trends down — peaks at only 15 / 100 images near 40% masking.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Contrast: VGG-13 climbs to 40 / 100 at 70% masking.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Random restarts (bottom).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k = 1 → 5 restarts; keep the lowest-loss run.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Masked run never overtakes the unmasked baseline (gap 0.09 → 0.22 dB).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990000"/>
                </a:solidFill>
                <a:latin typeface="Calibri"/>
              </a:rPr>
              <a:t>—  So it is not a bad-initialization artifact — even with equal restart budget, masking does not 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Stabilizing Gradient Inversion in Federated Learning · ResNet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0000"/>
                </a:solidFill>
                <a:latin typeface="Calibri"/>
              </a:rPr>
              <a:t>RESNET —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222"/>
                </a:solidFill>
                <a:latin typeface="Calibri"/>
              </a:rPr>
              <a:t>Why residual networks resist masking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B7A3D"/>
                </a:solidFill>
                <a:latin typeface="Calibri"/>
              </a:rPr>
              <a:t>—  The information is present — not missing.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ResNet-18 and ResNet-50 reach full column rank (d = 3,072) under both entry-selection modes → gradients still encode enough independent constraints on the input.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Skip connections distribute gradient information.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Earlier activations re-enter later blocks, spreading input-relevant signal across many residual paths. Removing a whole layer group discards useful constraints along with any poorly conditioned ones.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It is not parameter count.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On the convolutional backbone that constrains the pixels, the two are comparable (~9.4 M VGG-13 vs. ~11.5 M ResNet-18); ResNet just lacks VGG’s large maskable FC classifier.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83480"/>
            <a:ext cx="11091672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983480"/>
            <a:ext cx="109728" cy="11430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90000"/>
                </a:solidFill>
                <a:latin typeface="Calibri"/>
              </a:rPr>
              <a:t>Takeaway: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for ResNet, masking offers no consistent benefit — but the failure reflects the difficulty of isolating disruptive components in a residual architecture,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not an absence of recoverable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Stabilizing Gradient Inversion in Federated Learning · ResNet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